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>
      <p:cViewPr varScale="1">
        <p:scale>
          <a:sx n="107" d="100"/>
          <a:sy n="107" d="100"/>
        </p:scale>
        <p:origin x="7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167C-C107-CF4C-81ED-5BA2BB7E532B}" type="datetimeFigureOut">
              <a:rPr lang="en-IL" smtClean="0"/>
              <a:t>10/12/2023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94B88-D70C-F84A-ACB8-50DF2913EB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70819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167C-C107-CF4C-81ED-5BA2BB7E532B}" type="datetimeFigureOut">
              <a:rPr lang="en-IL" smtClean="0"/>
              <a:t>10/12/2023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94B88-D70C-F84A-ACB8-50DF2913EB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5675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167C-C107-CF4C-81ED-5BA2BB7E532B}" type="datetimeFigureOut">
              <a:rPr lang="en-IL" smtClean="0"/>
              <a:t>10/12/2023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94B88-D70C-F84A-ACB8-50DF2913EB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06080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167C-C107-CF4C-81ED-5BA2BB7E532B}" type="datetimeFigureOut">
              <a:rPr lang="en-IL" smtClean="0"/>
              <a:t>10/12/2023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94B88-D70C-F84A-ACB8-50DF2913EB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27390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167C-C107-CF4C-81ED-5BA2BB7E532B}" type="datetimeFigureOut">
              <a:rPr lang="en-IL" smtClean="0"/>
              <a:t>10/12/2023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94B88-D70C-F84A-ACB8-50DF2913EB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54671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167C-C107-CF4C-81ED-5BA2BB7E532B}" type="datetimeFigureOut">
              <a:rPr lang="en-IL" smtClean="0"/>
              <a:t>10/12/2023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94B88-D70C-F84A-ACB8-50DF2913EB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82747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167C-C107-CF4C-81ED-5BA2BB7E532B}" type="datetimeFigureOut">
              <a:rPr lang="en-IL" smtClean="0"/>
              <a:t>10/12/2023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94B88-D70C-F84A-ACB8-50DF2913EB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92781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167C-C107-CF4C-81ED-5BA2BB7E532B}" type="datetimeFigureOut">
              <a:rPr lang="en-IL" smtClean="0"/>
              <a:t>10/12/2023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94B88-D70C-F84A-ACB8-50DF2913EB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86551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167C-C107-CF4C-81ED-5BA2BB7E532B}" type="datetimeFigureOut">
              <a:rPr lang="en-IL" smtClean="0"/>
              <a:t>10/12/2023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94B88-D70C-F84A-ACB8-50DF2913EB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79871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167C-C107-CF4C-81ED-5BA2BB7E532B}" type="datetimeFigureOut">
              <a:rPr lang="en-IL" smtClean="0"/>
              <a:t>10/12/2023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94B88-D70C-F84A-ACB8-50DF2913EB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23087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167C-C107-CF4C-81ED-5BA2BB7E532B}" type="datetimeFigureOut">
              <a:rPr lang="en-IL" smtClean="0"/>
              <a:t>10/12/2023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94B88-D70C-F84A-ACB8-50DF2913EB9D}" type="slidenum">
              <a:rPr lang="en-IL" smtClean="0"/>
              <a:t>‹#›</a:t>
            </a:fld>
            <a:endParaRPr lang="en-IL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034788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167C-C107-CF4C-81ED-5BA2BB7E532B}" type="datetimeFigureOut">
              <a:rPr lang="en-IL" smtClean="0"/>
              <a:t>10/12/2023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94B88-D70C-F84A-ACB8-50DF2913EB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567833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167C-C107-CF4C-81ED-5BA2BB7E532B}" type="datetimeFigureOut">
              <a:rPr lang="en-IL" smtClean="0"/>
              <a:t>10/12/2023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94B88-D70C-F84A-ACB8-50DF2913EB9D}" type="slidenum">
              <a:rPr lang="en-IL" smtClean="0"/>
              <a:t>‹#›</a:t>
            </a:fld>
            <a:endParaRPr lang="en-I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88313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167C-C107-CF4C-81ED-5BA2BB7E532B}" type="datetimeFigureOut">
              <a:rPr lang="en-IL" smtClean="0"/>
              <a:t>10/12/2023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94B88-D70C-F84A-ACB8-50DF2913EB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84715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167C-C107-CF4C-81ED-5BA2BB7E532B}" type="datetimeFigureOut">
              <a:rPr lang="en-IL" smtClean="0"/>
              <a:t>10/12/2023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94B88-D70C-F84A-ACB8-50DF2913EB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586512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5167C-C107-CF4C-81ED-5BA2BB7E532B}" type="datetimeFigureOut">
              <a:rPr lang="en-IL" smtClean="0"/>
              <a:t>10/12/2023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94B88-D70C-F84A-ACB8-50DF2913EB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7595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5167C-C107-CF4C-81ED-5BA2BB7E532B}" type="datetimeFigureOut">
              <a:rPr lang="en-IL" smtClean="0"/>
              <a:t>10/12/2023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3994B88-D70C-F84A-ACB8-50DF2913EB9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94235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C0249-CBAF-8F48-C2D1-ABDC137B65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 err="1"/>
              <a:t>סטראטפיסטים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B6E9BD-3A3C-BD4E-4027-D2AABC0700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0" indent="0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e-IL" sz="2400" dirty="0"/>
              <a:t>תנאים ולולאת </a:t>
            </a:r>
            <a:r>
              <a:rPr lang="he-IL" sz="2400" dirty="0" err="1"/>
              <a:t>while</a:t>
            </a:r>
            <a:endParaRPr lang="en-IL" sz="2400" dirty="0"/>
          </a:p>
        </p:txBody>
      </p:sp>
    </p:spTree>
    <p:extLst>
      <p:ext uri="{BB962C8B-B14F-4D97-AF65-F5344CB8AC3E}">
        <p14:creationId xmlns:p14="http://schemas.microsoft.com/office/powerpoint/2010/main" val="1141723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CA53F-CE56-CBE1-9B04-DD4085537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ברקע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8DBB5-1CC5-2C85-24F4-D4C02095D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he-IL" dirty="0"/>
              <a:t>משתנים </a:t>
            </a:r>
            <a:r>
              <a:rPr lang="he-IL" dirty="0" err="1"/>
              <a:t>ואופראטרים</a:t>
            </a:r>
            <a:endParaRPr lang="he-IL" dirty="0"/>
          </a:p>
          <a:p>
            <a: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he-IL" dirty="0"/>
              <a:t>קלט - 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prompt()</a:t>
            </a:r>
            <a:endParaRPr lang="he-IL" b="0" i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he-IL" dirty="0">
                <a:solidFill>
                  <a:srgbClr val="000000"/>
                </a:solidFill>
                <a:latin typeface="Courier New" panose="02070309020205020404" pitchFamily="49" charset="0"/>
              </a:rPr>
              <a:t>פלט - 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alert()</a:t>
            </a:r>
            <a:r>
              <a:rPr lang="he-IL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console.log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 marL="0" indent="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None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7203474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C3CC3-85CA-C09B-0AAD-6342B9267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defTabSz="457200" rtl="1" eaLnBrk="1" latinLnBrk="0" hangingPunct="1">
              <a:spcBef>
                <a:spcPct val="0"/>
              </a:spcBef>
              <a:buNone/>
            </a:pPr>
            <a:r>
              <a:rPr lang="he-IL" dirty="0"/>
              <a:t>בואו נבין את הצורך בתנאים:</a:t>
            </a:r>
            <a:endParaRPr lang="en-IL" dirty="0"/>
          </a:p>
        </p:txBody>
      </p:sp>
      <p:pic>
        <p:nvPicPr>
          <p:cNvPr id="5" name="Content Placeholder 4" descr="A blue and red text with a yellow background&#10;&#10;Description automatically generated">
            <a:extLst>
              <a:ext uri="{FF2B5EF4-FFF2-40B4-BE49-F238E27FC236}">
                <a16:creationId xmlns:a16="http://schemas.microsoft.com/office/drawing/2014/main" id="{6AFE2E93-648C-62F6-2BD9-B0C0FA99FF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4793" y="1829677"/>
            <a:ext cx="6019963" cy="3685298"/>
          </a:xfrm>
        </p:spPr>
      </p:pic>
    </p:spTree>
    <p:extLst>
      <p:ext uri="{BB962C8B-B14F-4D97-AF65-F5344CB8AC3E}">
        <p14:creationId xmlns:p14="http://schemas.microsoft.com/office/powerpoint/2010/main" val="3284927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A97BB-55E5-EBE4-F07A-DCE7E6FA7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defTabSz="457200" rtl="1" eaLnBrk="1" latinLnBrk="0" hangingPunct="1">
              <a:spcBef>
                <a:spcPct val="0"/>
              </a:spcBef>
              <a:buNone/>
            </a:pPr>
            <a:r>
              <a:rPr lang="he-IL" dirty="0" err="1"/>
              <a:t>if</a:t>
            </a:r>
            <a:r>
              <a:rPr lang="he-IL" dirty="0"/>
              <a:t>, </a:t>
            </a:r>
            <a:r>
              <a:rPr lang="he-IL" dirty="0" err="1"/>
              <a:t>else</a:t>
            </a:r>
            <a:r>
              <a:rPr lang="he-IL" dirty="0"/>
              <a:t>, ומה שביניהם: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66B74-426A-0F6A-028C-40DE5188E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8596668" cy="1641390"/>
          </a:xfrm>
        </p:spPr>
        <p:txBody>
          <a:bodyPr/>
          <a:lstStyle/>
          <a:p>
            <a: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he-IL" dirty="0"/>
              <a:t>בשביל לממש את המשחק 7 בום, אנחנו צריכים לחלק את המשחק לשלבים:</a:t>
            </a:r>
          </a:p>
          <a:p>
            <a: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he-IL" dirty="0"/>
              <a:t>1. </a:t>
            </a:r>
            <a:r>
              <a:rPr lang="he-IL" b="1" dirty="0"/>
              <a:t>אם</a:t>
            </a:r>
            <a:r>
              <a:rPr lang="he-IL" dirty="0"/>
              <a:t> במספר עצמו יש 7? (137 לדוגמה)</a:t>
            </a:r>
          </a:p>
          <a:p>
            <a: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he-IL" dirty="0"/>
              <a:t>2. </a:t>
            </a:r>
            <a:r>
              <a:rPr lang="he-IL" b="1" dirty="0"/>
              <a:t>אם</a:t>
            </a:r>
            <a:r>
              <a:rPr lang="he-IL" dirty="0"/>
              <a:t> המספר מתחלק ב7 ללא שארית? (49 לדוגמה)</a:t>
            </a:r>
          </a:p>
          <a:p>
            <a: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he-IL" dirty="0"/>
              <a:t>3. </a:t>
            </a:r>
            <a:r>
              <a:rPr lang="he-IL" b="1" dirty="0"/>
              <a:t>אחרת?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AAF0862-516F-537F-86A1-31BF9ABB617B}"/>
              </a:ext>
            </a:extLst>
          </p:cNvPr>
          <p:cNvSpPr txBox="1">
            <a:spLocks/>
          </p:cNvSpPr>
          <p:nvPr/>
        </p:nvSpPr>
        <p:spPr>
          <a:xfrm>
            <a:off x="677334" y="4032170"/>
            <a:ext cx="8596668" cy="1641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he-IL" b="1" dirty="0"/>
              <a:t>ב</a:t>
            </a:r>
            <a:r>
              <a:rPr lang="en-US" b="1" dirty="0" err="1"/>
              <a:t>Javascript</a:t>
            </a:r>
            <a:r>
              <a:rPr lang="en-US" b="1" dirty="0"/>
              <a:t> </a:t>
            </a:r>
            <a:r>
              <a:rPr lang="he-IL" b="1" dirty="0"/>
              <a:t> נשתמש בכלים הבאים:</a:t>
            </a:r>
          </a:p>
          <a:p>
            <a:pPr algn="r" rtl="1"/>
            <a:r>
              <a:rPr lang="en-US" b="1" dirty="0"/>
              <a:t>I</a:t>
            </a:r>
            <a:r>
              <a:rPr lang="he-IL" b="1" dirty="0" err="1"/>
              <a:t>f</a:t>
            </a:r>
            <a:r>
              <a:rPr lang="he-IL" b="1" dirty="0"/>
              <a:t> – התוכנה בודקת מה קורה אם התנאי מתקיים</a:t>
            </a:r>
          </a:p>
          <a:p>
            <a:pPr algn="r" rtl="1"/>
            <a:r>
              <a:rPr lang="en-US" b="1" dirty="0"/>
              <a:t>E</a:t>
            </a:r>
            <a:r>
              <a:rPr lang="he-IL" b="1" dirty="0" err="1"/>
              <a:t>lse</a:t>
            </a:r>
            <a:r>
              <a:rPr lang="he-IL" b="1" dirty="0"/>
              <a:t> </a:t>
            </a:r>
            <a:r>
              <a:rPr lang="he-IL" b="1" dirty="0" err="1"/>
              <a:t>if</a:t>
            </a:r>
            <a:r>
              <a:rPr lang="he-IL" b="1" dirty="0"/>
              <a:t>- אם התנאי הקודם לא התקיים, אבל הנוכחי מתקיים</a:t>
            </a:r>
          </a:p>
          <a:p>
            <a:pPr algn="r" rtl="1"/>
            <a:r>
              <a:rPr lang="en-US" b="1" dirty="0"/>
              <a:t>E</a:t>
            </a:r>
            <a:r>
              <a:rPr lang="he-IL" b="1" dirty="0" err="1"/>
              <a:t>lse</a:t>
            </a:r>
            <a:r>
              <a:rPr lang="he-IL" b="1" dirty="0"/>
              <a:t>- אחרת</a:t>
            </a:r>
          </a:p>
          <a:p>
            <a:pPr algn="r" rtl="1"/>
            <a:endParaRPr lang="he-IL" b="1" dirty="0"/>
          </a:p>
        </p:txBody>
      </p:sp>
    </p:spTree>
    <p:extLst>
      <p:ext uri="{BB962C8B-B14F-4D97-AF65-F5344CB8AC3E}">
        <p14:creationId xmlns:p14="http://schemas.microsoft.com/office/powerpoint/2010/main" val="4461625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1B367-5D3E-37C9-A63C-59377B2D1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defTabSz="457200" rtl="1" eaLnBrk="1" latinLnBrk="0" hangingPunct="1">
              <a:spcBef>
                <a:spcPct val="0"/>
              </a:spcBef>
              <a:buNone/>
            </a:pPr>
            <a:r>
              <a:rPr lang="he-IL" dirty="0"/>
              <a:t>תרגיל חימום:</a:t>
            </a:r>
            <a:endParaRPr lang="en-IL" dirty="0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D1BE0152-58D3-52B5-1FED-F233412E8A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69446"/>
          <a:stretch/>
        </p:blipFill>
        <p:spPr>
          <a:xfrm>
            <a:off x="829396" y="1655261"/>
            <a:ext cx="3775748" cy="1187952"/>
          </a:xfr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DFF94AC3-8560-4BD5-3C07-2BF748B35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493" y="1655260"/>
            <a:ext cx="4117572" cy="2130927"/>
          </a:xfrm>
          <a:prstGeom prst="rect">
            <a:avLst/>
          </a:prstGeom>
        </p:spPr>
      </p:pic>
      <p:pic>
        <p:nvPicPr>
          <p:cNvPr id="11" name="Picture 10" descr="A screenshot of a phone&#10;&#10;Description automatically generated">
            <a:extLst>
              <a:ext uri="{FF2B5EF4-FFF2-40B4-BE49-F238E27FC236}">
                <a16:creationId xmlns:a16="http://schemas.microsoft.com/office/drawing/2014/main" id="{CEDB7DA0-4E26-BE36-64F8-22DB7B96C7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96" y="3429000"/>
            <a:ext cx="3920134" cy="1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124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CC8D3-0650-BEF5-D561-E4C82521C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defTabSz="457200" rtl="1" eaLnBrk="1" latinLnBrk="0" hangingPunct="1">
              <a:spcBef>
                <a:spcPct val="0"/>
              </a:spcBef>
              <a:buNone/>
            </a:pPr>
            <a:r>
              <a:rPr lang="he-IL" dirty="0"/>
              <a:t>שימוש בתנאים עוזר לנו להתחמק משגיאות!</a:t>
            </a:r>
            <a:endParaRPr lang="en-IL" dirty="0"/>
          </a:p>
        </p:txBody>
      </p:sp>
      <p:pic>
        <p:nvPicPr>
          <p:cNvPr id="7" name="Content Placeholder 6" descr="A text on a white background&#10;&#10;Description automatically generated">
            <a:extLst>
              <a:ext uri="{FF2B5EF4-FFF2-40B4-BE49-F238E27FC236}">
                <a16:creationId xmlns:a16="http://schemas.microsoft.com/office/drawing/2014/main" id="{14838E3D-58C8-3CEF-A2B8-326F5D2651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2298" y="2160589"/>
            <a:ext cx="4851400" cy="3416300"/>
          </a:xfr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F8397CB6-DAF2-ACED-A38A-0B3D1E1026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1102" r="-271"/>
          <a:stretch/>
        </p:blipFill>
        <p:spPr>
          <a:xfrm>
            <a:off x="5702969" y="1985128"/>
            <a:ext cx="5495040" cy="38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458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865F7-C63F-83EF-8D99-1D8AE7418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defTabSz="457200" rtl="1" eaLnBrk="1" latinLnBrk="0" hangingPunct="1">
              <a:spcBef>
                <a:spcPct val="0"/>
              </a:spcBef>
              <a:buNone/>
            </a:pPr>
            <a:r>
              <a:rPr lang="he-IL" dirty="0"/>
              <a:t>אופרטורים</a:t>
            </a:r>
            <a:endParaRPr lang="en-IL" dirty="0"/>
          </a:p>
        </p:txBody>
      </p:sp>
      <p:pic>
        <p:nvPicPr>
          <p:cNvPr id="5" name="Content Placeholder 4" descr="A screenshot of a phone&#10;&#10;Description automatically generated">
            <a:extLst>
              <a:ext uri="{FF2B5EF4-FFF2-40B4-BE49-F238E27FC236}">
                <a16:creationId xmlns:a16="http://schemas.microsoft.com/office/drawing/2014/main" id="{39D64E74-8816-BC6C-AB22-6DB8EDBBAD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-14962" b="14962"/>
          <a:stretch/>
        </p:blipFill>
        <p:spPr>
          <a:xfrm>
            <a:off x="4860090" y="609600"/>
            <a:ext cx="4556209" cy="4679018"/>
          </a:xfr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BF16C2EF-CCBA-185F-60A8-9A481B990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668" y="1270000"/>
            <a:ext cx="4699000" cy="433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749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65F8E-19B3-042B-1595-AA1E90464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תרגול אופרטורים</a:t>
            </a:r>
            <a:endParaRPr lang="en-IL" dirty="0"/>
          </a:p>
        </p:txBody>
      </p:sp>
      <p:pic>
        <p:nvPicPr>
          <p:cNvPr id="5" name="Content Placeholder 4" descr="A screenshot of a phone&#10;&#10;Description automatically generated">
            <a:extLst>
              <a:ext uri="{FF2B5EF4-FFF2-40B4-BE49-F238E27FC236}">
                <a16:creationId xmlns:a16="http://schemas.microsoft.com/office/drawing/2014/main" id="{D1F62393-F388-7C5D-A2BD-BDBE26E1E5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-393" t="58409" r="393" b="-684"/>
          <a:stretch/>
        </p:blipFill>
        <p:spPr>
          <a:xfrm>
            <a:off x="852452" y="3817144"/>
            <a:ext cx="3931066" cy="1911402"/>
          </a:xfrm>
        </p:spPr>
      </p:pic>
      <p:pic>
        <p:nvPicPr>
          <p:cNvPr id="6" name="Content Placeholder 4" descr="A screenshot of a phone&#10;&#10;Description automatically generated">
            <a:extLst>
              <a:ext uri="{FF2B5EF4-FFF2-40B4-BE49-F238E27FC236}">
                <a16:creationId xmlns:a16="http://schemas.microsoft.com/office/drawing/2014/main" id="{6FF7BB43-E82C-7A73-ACB1-1D7585C828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4688" b="62132"/>
          <a:stretch/>
        </p:blipFill>
        <p:spPr>
          <a:xfrm>
            <a:off x="5158662" y="1488281"/>
            <a:ext cx="4115340" cy="17121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E7D20C-F31C-88D4-B060-6628F0A10FD4}"/>
              </a:ext>
            </a:extLst>
          </p:cNvPr>
          <p:cNvSpPr txBox="1"/>
          <p:nvPr/>
        </p:nvSpPr>
        <p:spPr>
          <a:xfrm>
            <a:off x="5900738" y="3817144"/>
            <a:ext cx="32289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r" defTabSz="457200" rtl="1" eaLnBrk="1" latinLnBrk="0" hangingPunct="1"/>
            <a:r>
              <a:rPr lang="he-IL" dirty="0"/>
              <a:t>מי נכנס למסיבה?</a:t>
            </a:r>
          </a:p>
          <a:p>
            <a:pPr marL="0" algn="r" defTabSz="457200" rtl="1" eaLnBrk="1" latinLnBrk="0" hangingPunct="1"/>
            <a:r>
              <a:rPr lang="he-IL" dirty="0"/>
              <a:t>במסיבה שלי יכולים להיכנס רק אנשים בין גיל 20-25,</a:t>
            </a:r>
          </a:p>
          <a:p>
            <a:pPr marL="0" algn="r" defTabSz="457200" rtl="1" eaLnBrk="1" latinLnBrk="0" hangingPunct="1"/>
            <a:r>
              <a:rPr lang="he-IL" dirty="0"/>
              <a:t>איך נבנה תוכנה שתקבל את גיל המשתמש ותגיד אם הוא יכול להיכנס?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0807181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9BA06-27DC-88D1-7A01-BC955A53D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מי נכנס למסיבה שלכם? בואו נתרגל!</a:t>
            </a:r>
            <a:endParaRPr lang="en-IL" dirty="0"/>
          </a:p>
        </p:txBody>
      </p:sp>
      <p:pic>
        <p:nvPicPr>
          <p:cNvPr id="4" name="Content Placeholder 4" descr="A screenshot of a phone&#10;&#10;Description automatically generated">
            <a:extLst>
              <a:ext uri="{FF2B5EF4-FFF2-40B4-BE49-F238E27FC236}">
                <a16:creationId xmlns:a16="http://schemas.microsoft.com/office/drawing/2014/main" id="{1D361D97-D229-C2D1-6108-296E8EBF6E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-393" t="58409" r="393" b="-684"/>
          <a:stretch/>
        </p:blipFill>
        <p:spPr>
          <a:xfrm>
            <a:off x="2510892" y="1930400"/>
            <a:ext cx="5844329" cy="2841625"/>
          </a:xfr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FA259CD-1017-C56A-78F6-E253CBEB77D4}"/>
              </a:ext>
            </a:extLst>
          </p:cNvPr>
          <p:cNvSpPr/>
          <p:nvPr/>
        </p:nvSpPr>
        <p:spPr>
          <a:xfrm>
            <a:off x="3453063" y="2598820"/>
            <a:ext cx="3260558" cy="25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75E95A-ED2D-8687-A2A1-5D1C410146AE}"/>
              </a:ext>
            </a:extLst>
          </p:cNvPr>
          <p:cNvSpPr/>
          <p:nvPr/>
        </p:nvSpPr>
        <p:spPr>
          <a:xfrm>
            <a:off x="2779296" y="3176336"/>
            <a:ext cx="3140242" cy="2526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457200" rtl="1" eaLnBrk="1" latinLnBrk="0" hangingPunct="1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620735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{ECA46E68-20A6-A84A-9FBF-88074C2EC761}tf10001060</Template>
  <TotalTime>484</TotalTime>
  <Words>155</Words>
  <Application>Microsoft Macintosh PowerPoint</Application>
  <PresentationFormat>Widescreen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Courier New</vt:lpstr>
      <vt:lpstr>Trebuchet MS</vt:lpstr>
      <vt:lpstr>Wingdings 3</vt:lpstr>
      <vt:lpstr>Facet</vt:lpstr>
      <vt:lpstr>סטראטפיסטים</vt:lpstr>
      <vt:lpstr>ברקע</vt:lpstr>
      <vt:lpstr>בואו נבין את הצורך בתנאים:</vt:lpstr>
      <vt:lpstr>if, else, ומה שביניהם:</vt:lpstr>
      <vt:lpstr>תרגיל חימום:</vt:lpstr>
      <vt:lpstr>שימוש בתנאים עוזר לנו להתחמק משגיאות!</vt:lpstr>
      <vt:lpstr>אופרטורים</vt:lpstr>
      <vt:lpstr>תרגול אופרטורים</vt:lpstr>
      <vt:lpstr>מי נכנס למסיבה שלכם? בואו נתרגל!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סטראטפיסטים</dc:title>
  <dc:creator>Ziv זיו יוסף</dc:creator>
  <cp:lastModifiedBy>Ziv זיו יוסף</cp:lastModifiedBy>
  <cp:revision>3</cp:revision>
  <dcterms:created xsi:type="dcterms:W3CDTF">2023-08-15T13:10:55Z</dcterms:created>
  <dcterms:modified xsi:type="dcterms:W3CDTF">2023-12-10T15:39:29Z</dcterms:modified>
</cp:coreProperties>
</file>