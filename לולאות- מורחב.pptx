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60" r:id="rId3"/>
    <p:sldId id="261" r:id="rId4"/>
    <p:sldId id="262" r:id="rId5"/>
    <p:sldId id="259" r:id="rId6"/>
    <p:sldId id="258" r:id="rId7"/>
    <p:sldId id="264" r:id="rId8"/>
    <p:sldId id="280" r:id="rId9"/>
    <p:sldId id="281" r:id="rId10"/>
    <p:sldId id="279" r:id="rId11"/>
    <p:sldId id="282" r:id="rId12"/>
    <p:sldId id="283" r:id="rId13"/>
    <p:sldId id="284" r:id="rId14"/>
    <p:sldId id="285" r:id="rId15"/>
    <p:sldId id="290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1"/>
    <p:restoredTop sz="83821"/>
  </p:normalViewPr>
  <p:slideViewPr>
    <p:cSldViewPr snapToGrid="0">
      <p:cViewPr>
        <p:scale>
          <a:sx n="96" d="100"/>
          <a:sy n="96" d="100"/>
        </p:scale>
        <p:origin x="2096" y="624"/>
      </p:cViewPr>
      <p:guideLst/>
    </p:cSldViewPr>
  </p:slideViewPr>
  <p:notesTextViewPr>
    <p:cViewPr>
      <p:scale>
        <a:sx n="85" d="100"/>
        <a:sy n="85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69678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4641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sz="7200" dirty="0"/>
              <a:t>במצגת נתרגל תרגילים מתקדמים של לולאות</a:t>
            </a:r>
            <a:endParaRPr lang="en-IL" sz="7200" dirty="0"/>
          </a:p>
        </p:txBody>
      </p:sp>
    </p:spTree>
    <p:extLst>
      <p:ext uri="{BB962C8B-B14F-4D97-AF65-F5344CB8AC3E}">
        <p14:creationId xmlns:p14="http://schemas.microsoft.com/office/powerpoint/2010/main" val="188739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שימו לב שבתנאי ללולאה נשים בדרך כלל מה שלא נרצה שיקרה</a:t>
            </a:r>
          </a:p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נתרגל את הקונספט של לשאול את המשתמש עד שהוא עונה את המספר הנכון/הסיסמה הנכונה </a:t>
            </a:r>
            <a:r>
              <a:rPr lang="he-IL" dirty="0" err="1"/>
              <a:t>וכו</a:t>
            </a:r>
            <a:r>
              <a:rPr lang="he-IL" dirty="0"/>
              <a:t>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921794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למה </a:t>
            </a:r>
            <a:r>
              <a:rPr lang="he-IL" dirty="0" err="1"/>
              <a:t>צאיך</a:t>
            </a:r>
            <a:r>
              <a:rPr lang="he-IL" dirty="0"/>
              <a:t> להשתמש ב-</a:t>
            </a:r>
            <a:r>
              <a:rPr lang="he-IL" dirty="0" err="1"/>
              <a:t>while</a:t>
            </a:r>
            <a:r>
              <a:rPr lang="he-IL" dirty="0"/>
              <a:t>? (כי אנחנו חוזרים לחזור מספר בלתי מוגבל של פעמים)</a:t>
            </a:r>
          </a:p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שלבים:</a:t>
            </a:r>
            <a:br>
              <a:rPr lang="en-US" dirty="0"/>
            </a:br>
            <a:r>
              <a:rPr lang="he-IL" dirty="0"/>
              <a:t>1. שימו לב מתי צריך לחזור על השאלה? (כשהסיסמה לא מספרים או שהיא קטנה מ-6 ספרות)</a:t>
            </a:r>
          </a:p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אם השאלה מסובכת אפשר לחלק ל-2 לולאות </a:t>
            </a:r>
            <a:r>
              <a:rPr lang="he-IL" dirty="0" err="1"/>
              <a:t>while</a:t>
            </a:r>
            <a:r>
              <a:rPr lang="he-IL" dirty="0"/>
              <a:t> שונות, וכשסיימו להראות להם איך עושים בלולאה אחת בשימוש עם ׳או׳</a:t>
            </a:r>
          </a:p>
        </p:txBody>
      </p:sp>
    </p:spTree>
    <p:extLst>
      <p:ext uri="{BB962C8B-B14F-4D97-AF65-F5344CB8AC3E}">
        <p14:creationId xmlns:p14="http://schemas.microsoft.com/office/powerpoint/2010/main" val="3937459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915572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בעצם מנסחים הודעה מתאימה לכל בעיה:</a:t>
            </a:r>
            <a:br>
              <a:rPr lang="en-US" dirty="0"/>
            </a:br>
            <a:r>
              <a:rPr lang="he-IL" dirty="0"/>
              <a:t>אם הבעיה בסיסמה היא שהיא קטנה מ-1000000 , לנסח הודעה כמו: הסיסמה שלך קטנה מידי, תגדיל אותה</a:t>
            </a:r>
          </a:p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אם הבעיה בסיסמה היא שיש בה אותיות, לנסח הודעה כמו: יש בסיסמה שלך אותיות, אתה צריך לשים רק מספרים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55051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519894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/>
              <a:t>באיזה לולאה צריך להשתמש? </a:t>
            </a:r>
          </a:p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he-IL" dirty="0" err="1"/>
              <a:t>for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10618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810092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r" rtl="1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C38B02BB-6392-A7DB-54C3-767A0B6622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68066" y="4295646"/>
            <a:ext cx="2168820" cy="8478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x-non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4075" y="162067"/>
            <a:ext cx="5005448" cy="5042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5175" y="4134525"/>
            <a:ext cx="268900" cy="2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8625" y="438525"/>
            <a:ext cx="268900" cy="2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1962" y="351375"/>
            <a:ext cx="679225" cy="67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2500" y="2922150"/>
            <a:ext cx="268900" cy="2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6275" y="1547975"/>
            <a:ext cx="466650" cy="4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2425050" y="2014625"/>
            <a:ext cx="4293900" cy="815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 rtl="1"/>
            <a:r>
              <a:rPr lang="he-IL" sz="4100" b="1" dirty="0">
                <a:solidFill>
                  <a:srgbClr val="1C4587"/>
                </a:solidFill>
                <a:latin typeface="Calibri" panose="020F0502020204030204" pitchFamily="34" charset="0"/>
                <a:ea typeface="Assistant"/>
                <a:cs typeface="Calibri" panose="020F0502020204030204" pitchFamily="34" charset="0"/>
                <a:sym typeface="Assistant"/>
              </a:rPr>
              <a:t>לולאות - מורחב</a:t>
            </a:r>
            <a:endParaRPr sz="4100" b="1" dirty="0">
              <a:solidFill>
                <a:srgbClr val="1C4587"/>
              </a:solidFill>
              <a:latin typeface="Calibri" panose="020F0502020204030204" pitchFamily="34" charset="0"/>
              <a:ea typeface="Assistant"/>
              <a:cs typeface="Calibri" panose="020F0502020204030204" pitchFamily="34" charset="0"/>
              <a:sym typeface="Assistant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32A0155A-C7CC-C086-83F6-76F68615C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638" y="314597"/>
            <a:ext cx="3442348" cy="13457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0DC14-651B-963B-CF35-341C8A033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למדנו את הבסיס בלולאות – כעת נרצה לשדרג את הידע שלנו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B203A-84BA-36A9-349F-177E4B85C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pic>
        <p:nvPicPr>
          <p:cNvPr id="5" name="Picture 4" descr="A finger pressing a blue keyboard key&#10;&#10;Description automatically generated">
            <a:extLst>
              <a:ext uri="{FF2B5EF4-FFF2-40B4-BE49-F238E27FC236}">
                <a16:creationId xmlns:a16="http://schemas.microsoft.com/office/drawing/2014/main" id="{E0618733-F57A-B515-5A98-464810DD7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132" y="1808366"/>
            <a:ext cx="3595735" cy="257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448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48D15-15A6-BB17-DAA8-B63625271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 err="1"/>
              <a:t>רענון</a:t>
            </a:r>
            <a:r>
              <a:rPr lang="he-IL" dirty="0"/>
              <a:t>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474F8-A11B-9148-D868-44759FE59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מה קורה בקוד?</a:t>
            </a:r>
          </a:p>
          <a:p>
            <a:r>
              <a:rPr lang="he-IL" dirty="0"/>
              <a:t>למה חשוב להגדיל את המספר ב1?</a:t>
            </a:r>
            <a:endParaRPr lang="en-IL" dirty="0"/>
          </a:p>
        </p:txBody>
      </p:sp>
      <p:pic>
        <p:nvPicPr>
          <p:cNvPr id="7" name="Picture 6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3790E483-0A9B-2019-292C-9B6AFCD19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1" y="1976189"/>
            <a:ext cx="5249389" cy="259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704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59B18-C785-E376-2CA1-DE57D1EDF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בואו נשדרג את הקוד הקודם: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D9C2-AD5F-A2AE-7FD4-5ECDC22DD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מה השתנה?</a:t>
            </a:r>
            <a:endParaRPr lang="en-IL" dirty="0"/>
          </a:p>
        </p:txBody>
      </p:sp>
      <p:pic>
        <p:nvPicPr>
          <p:cNvPr id="4" name="Picture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F1265D7F-5506-5DB2-7CEA-A4A1616DC7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858"/>
          <a:stretch/>
        </p:blipFill>
        <p:spPr>
          <a:xfrm>
            <a:off x="379491" y="1340122"/>
            <a:ext cx="4873032" cy="304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014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5AD9F-4189-9072-254D-96F8ADCD4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לולאות: קיצורי דרך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B54AA-1A25-9D58-75D6-086BF3BF5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he-IL" dirty="0"/>
              <a:t>בלולאות אנחנו משנים את המשתנים שלנו הרבה פעמים:</a:t>
            </a:r>
            <a:br>
              <a:rPr lang="en-US" dirty="0"/>
            </a:br>
            <a:r>
              <a:rPr lang="he-IL" b="1" i="0" dirty="0">
                <a:solidFill>
                  <a:srgbClr val="000000"/>
                </a:solidFill>
                <a:effectLst/>
                <a:latin typeface="-apple-system"/>
              </a:rPr>
              <a:t>כל דבר שעושים הרבה פעמים - נרצה לקצר אותו ולייעל אותו</a:t>
            </a:r>
          </a:p>
          <a:p>
            <a:pPr marL="114300" indent="0">
              <a:buNone/>
            </a:pPr>
            <a:endParaRPr lang="en-IL" dirty="0"/>
          </a:p>
        </p:txBody>
      </p:sp>
      <p:pic>
        <p:nvPicPr>
          <p:cNvPr id="5" name="Picture 4" descr="A screenshot of a phone&#10;&#10;Description automatically generated">
            <a:extLst>
              <a:ext uri="{FF2B5EF4-FFF2-40B4-BE49-F238E27FC236}">
                <a16:creationId xmlns:a16="http://schemas.microsoft.com/office/drawing/2014/main" id="{433548C2-BEFD-522F-6A65-1BBA2DF8E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875" y="2212881"/>
            <a:ext cx="4635500" cy="21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561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900D3D-0DBD-E452-FCA1-C5140572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מבוא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1B901A3-E69F-CDBC-0971-5DD069C98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לולאות הם כלי מרכזי אצל מתכנתים</a:t>
            </a:r>
          </a:p>
          <a:p>
            <a:r>
              <a:rPr lang="he-IL" dirty="0"/>
              <a:t>ניקח בעיות מרכזיות ונתרגל אותם בשימוש עם לולאות</a:t>
            </a:r>
            <a:br>
              <a:rPr lang="en-US" dirty="0"/>
            </a:b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543914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99B3-9513-6524-1C15-D7E97A6D5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לולאות - מתקדם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650A6-08D3-A932-FEC9-042228E33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בדוגמה הבאה אנחנו מבקשים מספר מהמשתמש</a:t>
            </a:r>
            <a:br>
              <a:rPr lang="en-US" dirty="0"/>
            </a:br>
            <a:r>
              <a:rPr lang="he-IL" dirty="0"/>
              <a:t>אם המשתמש לא נותן מספר נשלח הודעה מתאימה</a:t>
            </a:r>
          </a:p>
          <a:p>
            <a:r>
              <a:rPr lang="he-IL" dirty="0"/>
              <a:t>עכשיו – נרצה לשכלל את התוכנה ולהמשיך לבקש ממנו מספר עד שיהיה קלט תקין</a:t>
            </a:r>
          </a:p>
          <a:p>
            <a:r>
              <a:rPr lang="he-IL" dirty="0"/>
              <a:t>כמה פעמים נרצה לבקש ממנו?</a:t>
            </a:r>
            <a:endParaRPr lang="en-IL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4C5F649C-74C5-8D4A-96D4-AED24CE0F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45" y="2571750"/>
            <a:ext cx="4486637" cy="221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301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9B2A3-5D59-8EB9-2E0B-75E2BBAEC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לולאות - מתקדם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57AD9-74E7-2BBE-A4A2-0B5EB5C6D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הבעיה היא שאנחנו לא יודעים כמה פעמים נצטרך לבקש:</a:t>
            </a:r>
            <a:br>
              <a:rPr lang="en-US" dirty="0"/>
            </a:br>
            <a:r>
              <a:rPr lang="he-IL" dirty="0"/>
              <a:t>בשביל זה יש </a:t>
            </a:r>
            <a:r>
              <a:rPr lang="he-IL" b="1" dirty="0"/>
              <a:t>לולאות.</a:t>
            </a:r>
          </a:p>
          <a:p>
            <a:r>
              <a:rPr lang="he-IL" b="1" dirty="0"/>
              <a:t>איך נרשום את התוכנה שלנו עם לולאה?</a:t>
            </a:r>
            <a:endParaRPr lang="en-IL" b="1" dirty="0"/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5AE5F161-7662-3F53-A218-1E8B917AB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54" y="2430582"/>
            <a:ext cx="4591783" cy="226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704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A5FCA-688A-5CB4-3EAF-90A20FA79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e-IL" dirty="0"/>
              <a:t>תרגול. לולאת </a:t>
            </a:r>
            <a:r>
              <a:rPr lang="he-IL" dirty="0" err="1"/>
              <a:t>while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69763-4BA5-ED51-718B-06435EB19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כתבו תוכנה שמבקשת סיסמה מהמשתמש. ביפן, סיסמה חזקה היא סיסמה המורכבת ממספרים בלבד, אשר הערך שלה הוא לפחות 1000000</a:t>
            </a:r>
            <a:br>
              <a:rPr lang="en-US" dirty="0"/>
            </a:br>
            <a:r>
              <a:rPr lang="he-IL" dirty="0"/>
              <a:t>אם הסיסמה לא עומדת בתנאים, תבקשו מהמשתמש שוב סיסמה:</a:t>
            </a:r>
            <a:br>
              <a:rPr lang="en-US" dirty="0"/>
            </a:br>
            <a:r>
              <a:rPr lang="he-IL" dirty="0"/>
              <a:t>תנאים לסיסמה:</a:t>
            </a:r>
            <a:br>
              <a:rPr lang="en-US" dirty="0"/>
            </a:br>
            <a:r>
              <a:rPr lang="he-IL" dirty="0"/>
              <a:t>1. הסיסמה צריכה להיות רק מספרים</a:t>
            </a:r>
            <a:br>
              <a:rPr lang="en-IL" dirty="0"/>
            </a:br>
            <a:r>
              <a:rPr lang="he-IL" dirty="0"/>
              <a:t>2. הסיסמה צריכה גדולה מ-1000000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43038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41A70-047C-67FD-15A1-485A2335C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e-IL" dirty="0"/>
              <a:t>פתרון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44F64-BBF1-0715-751D-E10CD0412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1906F87-522A-127B-1671-9D0897BDD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49" y="1593850"/>
            <a:ext cx="7614497" cy="209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471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D40C5-B260-6E78-5A60-8ECE009F6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e-IL" dirty="0"/>
              <a:t>שדרוג: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6B392-F1DD-8FAB-F436-FC56F9A0C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השתמשו בתנאים בשביל להתאים הודעה למשתמש:</a:t>
            </a:r>
            <a:br>
              <a:rPr lang="en-US" dirty="0"/>
            </a:br>
            <a:r>
              <a:rPr lang="he-IL" dirty="0"/>
              <a:t>1. אם ערך הסיסמה קטן מ- 1000000, נסחו הודעה על כך </a:t>
            </a:r>
            <a:r>
              <a:rPr lang="he-IL" dirty="0" err="1"/>
              <a:t>והתריאו</a:t>
            </a:r>
            <a:r>
              <a:rPr lang="he-IL" dirty="0"/>
              <a:t> לו</a:t>
            </a:r>
            <a:br>
              <a:rPr lang="en-US" dirty="0"/>
            </a:br>
            <a:r>
              <a:rPr lang="he-IL" dirty="0"/>
              <a:t>2. אם הסיסמה מכילה אותיות, נסחו הודעה מתאימה </a:t>
            </a:r>
            <a:r>
              <a:rPr lang="he-IL" dirty="0" err="1"/>
              <a:t>והתריאו</a:t>
            </a:r>
            <a:r>
              <a:rPr lang="he-IL" dirty="0"/>
              <a:t> לו על כך</a:t>
            </a:r>
          </a:p>
        </p:txBody>
      </p:sp>
    </p:spTree>
    <p:extLst>
      <p:ext uri="{BB962C8B-B14F-4D97-AF65-F5344CB8AC3E}">
        <p14:creationId xmlns:p14="http://schemas.microsoft.com/office/powerpoint/2010/main" val="1516945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DAA96-2C4E-804A-1503-0099A4A3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e-IL" dirty="0"/>
              <a:t>פתרון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5F537-F575-A757-DC60-4228B8BEC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13FDAD89-B366-4CB8-C0E6-9B1CD27EA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285875"/>
            <a:ext cx="72009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83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DF671-13D9-3F29-1701-5E64AB7FB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e-IL" dirty="0"/>
              <a:t>תרגול לולאת </a:t>
            </a:r>
            <a:r>
              <a:rPr lang="he-IL" dirty="0" err="1"/>
              <a:t>for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63F31-3067-E332-EF81-0AFAC0968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תבקשו מספר 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מהמשתמש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ותחזירו לו את 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כל הכפולות של 1-10 במספר שלו. </a:t>
            </a:r>
            <a:endParaRPr lang="he-IL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בכל פעם, אם המספר גדול או שווה ל-25, תשלחו למשתמש הודעה שהוא זכה בפרס!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מתקדם – אם הוא לא זכה בפרס, שלחו לו הודעת ניחומים</a:t>
            </a:r>
            <a:endParaRPr lang="he-I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818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F5E5B-148F-6BBB-1F97-3026723D4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e-IL" dirty="0"/>
              <a:t>פתרון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EF2E0-7B25-C05F-09A7-8468E966F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B0A79BC0-C596-A9C8-6EA8-64AA443B8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152475"/>
            <a:ext cx="66040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368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4E062-B780-350B-7827-771246D21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e-IL" dirty="0"/>
              <a:t>תרגול לולאת </a:t>
            </a:r>
            <a:r>
              <a:rPr lang="he-IL" dirty="0" err="1"/>
              <a:t>for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9FF1F-56E9-460F-08F7-3C09EB0B1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לולאה שסופרת מ1 ועד 50 בקפיצות של 3, אם המספר מתחלק ב5 להדפיס אותו ולשלוח למשתמש הודעה מתאימה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לולאה שסופרת מ1 ועד 50 בקפיצות של 4, אם המספר שווה 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ל-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 להדפיס אותו לשלוח הודעה מתאימה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לולאה שמקבלת מספר מהמשתמש וסופרת מ-1 ועד המספר של המשתמש , אם המספר שווה ל-5 היא מדפיס את המספר</a:t>
            </a:r>
            <a:endParaRPr lang="en-I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6983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11588</TotalTime>
  <Words>497</Words>
  <Application>Microsoft Macintosh PowerPoint</Application>
  <PresentationFormat>On-screen Show (16:9)</PresentationFormat>
  <Paragraphs>44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-apple-system</vt:lpstr>
      <vt:lpstr>Arial</vt:lpstr>
      <vt:lpstr>Calibri</vt:lpstr>
      <vt:lpstr>Simple Light</vt:lpstr>
      <vt:lpstr>PowerPoint Presentation</vt:lpstr>
      <vt:lpstr>למדנו את הבסיס בלולאות – כעת נרצה לשדרג את הידע שלנו</vt:lpstr>
      <vt:lpstr>רענון:</vt:lpstr>
      <vt:lpstr>בואו נשדרג את הקוד הקודם:</vt:lpstr>
      <vt:lpstr>לולאות: קיצורי דרך</vt:lpstr>
      <vt:lpstr>מבוא</vt:lpstr>
      <vt:lpstr>לולאות - מתקדם</vt:lpstr>
      <vt:lpstr>לולאות - מתקדם</vt:lpstr>
      <vt:lpstr>תרגול. לולאת while</vt:lpstr>
      <vt:lpstr>פתרון</vt:lpstr>
      <vt:lpstr>שדרוג:</vt:lpstr>
      <vt:lpstr>פתרון</vt:lpstr>
      <vt:lpstr>תרגול לולאת for</vt:lpstr>
      <vt:lpstr>פתרון</vt:lpstr>
      <vt:lpstr>תרגול לולאת for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Maya Majlaton</dc:creator>
  <cp:lastModifiedBy>Ziv זיו יוסף</cp:lastModifiedBy>
  <cp:revision>32</cp:revision>
  <dcterms:modified xsi:type="dcterms:W3CDTF">2024-01-29T18:05:29Z</dcterms:modified>
</cp:coreProperties>
</file>