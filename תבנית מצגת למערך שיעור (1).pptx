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8" r:id="rId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9"/>
  </p:normalViewPr>
  <p:slideViewPr>
    <p:cSldViewPr snapToGrid="0">
      <p:cViewPr varScale="1">
        <p:scale>
          <a:sx n="140" d="100"/>
          <a:sy n="140" d="100"/>
        </p:scale>
        <p:origin x="8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2696789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4641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r" rtl="1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C38B02BB-6392-A7DB-54C3-767A0B6622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68066" y="4295646"/>
            <a:ext cx="2168820" cy="8478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4075" y="162067"/>
            <a:ext cx="5005448" cy="5042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5175" y="4134525"/>
            <a:ext cx="268900" cy="2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8625" y="438525"/>
            <a:ext cx="268900" cy="2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1962" y="351375"/>
            <a:ext cx="679225" cy="67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2500" y="2922150"/>
            <a:ext cx="268900" cy="2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6275" y="1547975"/>
            <a:ext cx="466650" cy="4666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2425050" y="2022514"/>
            <a:ext cx="4293900" cy="815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 rtl="1"/>
            <a:r>
              <a:rPr lang="he-IL" sz="4100" b="1" dirty="0">
                <a:solidFill>
                  <a:srgbClr val="1C4587"/>
                </a:solidFill>
                <a:latin typeface="Calibri" panose="020F0502020204030204" pitchFamily="34" charset="0"/>
                <a:ea typeface="Assistant"/>
                <a:cs typeface="Calibri" panose="020F0502020204030204" pitchFamily="34" charset="0"/>
                <a:sym typeface="Assistant"/>
              </a:rPr>
              <a:t>כותרת</a:t>
            </a:r>
            <a:endParaRPr sz="4100" b="1" dirty="0">
              <a:solidFill>
                <a:srgbClr val="1C4587"/>
              </a:solidFill>
              <a:latin typeface="Calibri" panose="020F0502020204030204" pitchFamily="34" charset="0"/>
              <a:ea typeface="Assistant"/>
              <a:cs typeface="Calibri" panose="020F0502020204030204" pitchFamily="34" charset="0"/>
              <a:sym typeface="Assistant"/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32A0155A-C7CC-C086-83F6-76F68615C2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638" y="314597"/>
            <a:ext cx="3442348" cy="13457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900D3D-0DBD-E452-FCA1-C51405723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he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1B901A3-E69F-CDBC-0971-5DD069C98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54391443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5772</TotalTime>
  <Words>1</Words>
  <Application>Microsoft Macintosh PowerPoint</Application>
  <PresentationFormat>On-screen Show (16:9)</PresentationFormat>
  <Paragraphs>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Maya Majlaton</dc:creator>
  <cp:lastModifiedBy>Ziv זיו יוסף</cp:lastModifiedBy>
  <cp:revision>29</cp:revision>
  <dcterms:modified xsi:type="dcterms:W3CDTF">2024-02-27T15:50:15Z</dcterms:modified>
</cp:coreProperties>
</file>