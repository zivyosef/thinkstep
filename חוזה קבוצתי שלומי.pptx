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78988"/>
  </p:normalViewPr>
  <p:slideViewPr>
    <p:cSldViewPr snapToGrid="0">
      <p:cViewPr varScale="1">
        <p:scale>
          <a:sx n="87" d="100"/>
          <a:sy n="87" d="100"/>
        </p:scale>
        <p:origin x="153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A4300D-D93C-CB4A-99DC-3F04B59250DD}" type="datetimeFigureOut">
              <a:rPr lang="en-IL" smtClean="0"/>
              <a:t>08/11/2023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6FEC2-27DC-B141-AA47-B199E1FD359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935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מפזרים 13 כרטיסיות ערכים שהודפסו מבעוד מועד ליד הריבועים או על השולחן.</a:t>
            </a:r>
          </a:p>
          <a:p>
            <a:pPr marL="0" algn="r" defTabSz="914400" rtl="1" eaLnBrk="1" latinLnBrk="0" hangingPunct="1"/>
            <a:r>
              <a:rPr lang="he-IL" dirty="0"/>
              <a:t>המשחק מתנהל על פי סבב, אין לדבר בשעת המשחק!</a:t>
            </a:r>
          </a:p>
          <a:p>
            <a:pPr marL="0" algn="r" defTabSz="914400" rtl="1" eaLnBrk="1" latinLnBrk="0" hangingPunct="1"/>
            <a:r>
              <a:rPr lang="he-IL" dirty="0"/>
              <a:t>כל משתתף בתורו לוקח כרטיס אחד וממקם אותו בתוך אחד הריבועים על פי הכללים.</a:t>
            </a:r>
          </a:p>
          <a:p>
            <a:pPr marL="0" algn="r" defTabSz="914400" rtl="1" eaLnBrk="1" latinLnBrk="0" hangingPunct="1"/>
            <a:r>
              <a:rPr lang="he-IL" dirty="0"/>
              <a:t>כאשר מסיימים להניח את כל הכרטיסים אפשר לבצע שינויים במיקום הכרטיסים, להעביר אותם לריבוע אחר או להוציא אותם לגמרי.</a:t>
            </a:r>
          </a:p>
          <a:p>
            <a:pPr marL="0" algn="r" defTabSz="914400" rtl="1" eaLnBrk="1" latinLnBrk="0" hangingPunct="1"/>
            <a:r>
              <a:rPr lang="he-IL" dirty="0"/>
              <a:t>מציעים למשתתפים להוסיף כרטיס ערך חדש )לכתוב על כרטיס ריק( על פי סולם הערכים האישי שמילאו בשלב הראשון.</a:t>
            </a:r>
          </a:p>
          <a:p>
            <a:pPr marL="0" algn="r" defTabSz="914400" rtl="1" eaLnBrk="1" latinLnBrk="0" hangingPunct="1"/>
            <a:r>
              <a:rPr lang="he-IL" dirty="0"/>
              <a:t>המשחק מסתיים </a:t>
            </a:r>
            <a:r>
              <a:rPr lang="he-IL" dirty="0" err="1"/>
              <a:t>כש</a:t>
            </a:r>
            <a:r>
              <a:rPr lang="he-IL" dirty="0"/>
              <a:t>...  המשתתפים סיימו להניח או לערוך שינויים במיקום הכרטיסיות.  קיים חוסר הסכמה חריג בין המשתתפים ביחס למיקום כרטיסיה ללא הגעה לפתרון )לאחר מספר ניסיונות(.  בהחלטת המנחה בהתאם למהלך המשחק.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FEC2-27DC-B141-AA47-B199E1FD359C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113790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46FEC2-27DC-B141-AA47-B199E1FD359C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59591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11/8/23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11/8/23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11/8/23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11/8/23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A884C-AF9D-27F5-C402-4802C12910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חוזה קבוצתי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A7D6DA-C7ED-A476-3B82-FA5206BE69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 algn="ctr" defTabSz="914400" rtl="1" eaLnBrk="1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Font typeface="Franklin Gothic Book" panose="020B0503020102020204" pitchFamily="34" charset="0"/>
              <a:buNone/>
            </a:pPr>
            <a:r>
              <a:rPr lang="he-IL" dirty="0"/>
              <a:t>שנה ב׳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48323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E1A4C-4CA5-033D-268E-1AAC57474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he-IL" dirty="0"/>
              <a:t>למה אנחנו צריכים לחדש את החוזה הקבוצתי?</a:t>
            </a:r>
            <a:endParaRPr lang="en-IL" dirty="0"/>
          </a:p>
        </p:txBody>
      </p:sp>
      <p:pic>
        <p:nvPicPr>
          <p:cNvPr id="5" name="Content Placeholder 4" descr="A group of hands holding puzzle pieces&#10;&#10;Description automatically generated">
            <a:extLst>
              <a:ext uri="{FF2B5EF4-FFF2-40B4-BE49-F238E27FC236}">
                <a16:creationId xmlns:a16="http://schemas.microsoft.com/office/drawing/2014/main" id="{AB0EB25B-EA71-D9AB-07DE-3B2CD79156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3765" y="1733550"/>
            <a:ext cx="5124470" cy="4249561"/>
          </a:xfrm>
        </p:spPr>
      </p:pic>
    </p:spTree>
    <p:extLst>
      <p:ext uri="{BB962C8B-B14F-4D97-AF65-F5344CB8AC3E}">
        <p14:creationId xmlns:p14="http://schemas.microsoft.com/office/powerpoint/2010/main" val="2546401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7FB58-D697-F9C7-6A65-79F38C975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2222" y="705556"/>
            <a:ext cx="9601200" cy="3581400"/>
          </a:xfrm>
        </p:spPr>
        <p:txBody>
          <a:bodyPr>
            <a:normAutofit fontScale="92500" lnSpcReduction="10000"/>
          </a:bodyPr>
          <a:lstStyle/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4400" dirty="0"/>
              <a:t>עברנו שנה ביחד, אנחנו מכירים טוב אחד את </a:t>
            </a:r>
            <a:r>
              <a:rPr lang="he-IL" sz="4400" dirty="0" err="1"/>
              <a:t>השניה</a:t>
            </a:r>
            <a:r>
              <a:rPr lang="he-IL" sz="4400" dirty="0"/>
              <a:t>. הפקנו לקחים ממה שהיה, ואנחנו צריכים לבחון האם דברים השתנו כך שנשנה את החוזה בהתאם.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4400" dirty="0"/>
              <a:t>גם אני צריך חוזה מולכם, גם לכם יש דרישות וציפיות ממני, וראוי שאדע אותם.</a:t>
            </a:r>
          </a:p>
        </p:txBody>
      </p:sp>
    </p:spTree>
    <p:extLst>
      <p:ext uri="{BB962C8B-B14F-4D97-AF65-F5344CB8AC3E}">
        <p14:creationId xmlns:p14="http://schemas.microsoft.com/office/powerpoint/2010/main" val="24285511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09FE-D178-7BD3-370D-1E53EE8C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השנה נעשה את החוזה באמצעות משחק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5B4D9-EC7C-5917-620F-9495136CA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19111"/>
            <a:ext cx="9747956" cy="3948289"/>
          </a:xfrm>
        </p:spPr>
        <p:txBody>
          <a:bodyPr>
            <a:normAutofit fontScale="92500" lnSpcReduction="10000"/>
          </a:bodyPr>
          <a:lstStyle/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נעשה זאת באמצעות שיחה על ערכים: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כולנו מכירים ומשתמשים במונח "ערכים", אך מה זה בעצם אומר לנו? מהן האסוציאציות שלכם למושג ערכים?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ערכי יסוד- הם הערכים הבסיסיים והיסודיים המעצבים את הבסיס הערכי, החברתי, המשפטי, הכלכלי, והתרבותי של החברה.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אמצעי מימוש- הם ערכים שבאמצעותם אנו משיגים ערכים אחרים, גורמים לביסוסם ולמימושם.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ערכי שימור- הם ערכים ששמירה עליהם מסייעת לשימור נורמות וערכים אחרים בחברה ובתרבות.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14047143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16A04-1DC7-C04C-1DF1-24AC3433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א׳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13435-327C-682E-8C69-622C323D6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3200" dirty="0"/>
              <a:t>תמלאו את שאלון הערכים האישי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3200" dirty="0"/>
              <a:t>סמנו מכל הערכים בדף את שלושת ערכי היסוד שלכם</a:t>
            </a:r>
            <a:endParaRPr lang="en-IL" sz="3200" dirty="0"/>
          </a:p>
        </p:txBody>
      </p:sp>
    </p:spTree>
    <p:extLst>
      <p:ext uri="{BB962C8B-B14F-4D97-AF65-F5344CB8AC3E}">
        <p14:creationId xmlns:p14="http://schemas.microsoft.com/office/powerpoint/2010/main" val="4027673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2E0FB-9893-53A8-4F2D-CDA8D6AF7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שלב ב׳</a:t>
            </a:r>
            <a:endParaRPr lang="en-IL" dirty="0"/>
          </a:p>
        </p:txBody>
      </p:sp>
      <p:pic>
        <p:nvPicPr>
          <p:cNvPr id="5" name="Content Placeholder 4" descr="A diagram of a power outlet&#10;&#10;Description automatically generated with medium confidence">
            <a:extLst>
              <a:ext uri="{FF2B5EF4-FFF2-40B4-BE49-F238E27FC236}">
                <a16:creationId xmlns:a16="http://schemas.microsoft.com/office/drawing/2014/main" id="{1163CEEC-4132-791F-5DC2-88E284E32F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31244" y="2560039"/>
            <a:ext cx="9592174" cy="2962800"/>
          </a:xfrm>
          <a:ln w="98425"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29060291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9A3C5-AD86-7F97-D0CB-94206A3FD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e-IL" dirty="0"/>
              <a:t>דיון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78B50-15E7-36D0-1419-80B270E43C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1902542"/>
            <a:ext cx="9925665" cy="3964858"/>
          </a:xfrm>
        </p:spPr>
        <p:txBody>
          <a:bodyPr>
            <a:normAutofit fontScale="92500"/>
          </a:bodyPr>
          <a:lstStyle/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שתפו, אילו ערכים בחרתם למקם והיכן מיקמתם אותם ?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האם הייתה התאמה בין סולם הערכים האישי שלכם לבין הערכים שבאו לידי ביטוי במשחק הקבוצתי?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איך הרגשתם כשמישהו אחר שינה את המיקום של הכרטיס שלכם?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איך הרגשתם כשמישהו אחר שיבץ ערך חדש משלו?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חישבו על דוגמאות מהקבוצה בהם הייתה לכם התנגשות בין ערכים, האם הצלחתם להגיע לפתרון?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2800" dirty="0"/>
              <a:t>מה יהווה עבורכם "קו אדום"- ערך שלא תהיו מוכנים בשום פנים ואופן לוותר עליו? </a:t>
            </a:r>
            <a:endParaRPr lang="en-IL" sz="2800" dirty="0"/>
          </a:p>
        </p:txBody>
      </p:sp>
    </p:spTree>
    <p:extLst>
      <p:ext uri="{BB962C8B-B14F-4D97-AF65-F5344CB8AC3E}">
        <p14:creationId xmlns:p14="http://schemas.microsoft.com/office/powerpoint/2010/main" val="27248278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ABCD-E719-8AC6-0712-9EF11AE15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defTabSz="914400" rtl="1" eaLnBrk="1" latinLnBrk="0" hangingPunct="1">
              <a:lnSpc>
                <a:spcPct val="89000"/>
              </a:lnSpc>
              <a:spcBef>
                <a:spcPct val="0"/>
              </a:spcBef>
              <a:buNone/>
            </a:pPr>
            <a:r>
              <a:rPr lang="he-IL" dirty="0"/>
              <a:t>אלו הערכים שלדעתכם, חשובים לקבוצה שלנו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B9D36-6C2C-A3CB-BB73-89196D770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3200" dirty="0"/>
              <a:t>בואו ננסח מתוך ערכים אלו, חמישה משפטים שיהיו החוזה הקבוצתי</a:t>
            </a:r>
          </a:p>
          <a:p>
            <a:pPr marL="384048" indent="-384048" algn="r" defTabSz="914400" rtl="1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</a:pPr>
            <a:r>
              <a:rPr lang="he-IL" sz="3200" dirty="0"/>
              <a:t>מה אתם מרגישים שצריך לקרות כדי שנעמוד בחוזה כקבוצה?</a:t>
            </a:r>
          </a:p>
        </p:txBody>
      </p:sp>
    </p:spTree>
    <p:extLst>
      <p:ext uri="{BB962C8B-B14F-4D97-AF65-F5344CB8AC3E}">
        <p14:creationId xmlns:p14="http://schemas.microsoft.com/office/powerpoint/2010/main" val="40493717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E9EB2-661E-3D47-8A09-90BCD42AC0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914400" rtl="1" eaLnBrk="1" latinLnBrk="0" hangingPunct="1">
              <a:lnSpc>
                <a:spcPct val="89000"/>
              </a:lnSpc>
              <a:spcBef>
                <a:spcPct val="0"/>
              </a:spcBef>
              <a:buNone/>
            </a:pP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CDB15-20E9-579D-2367-F00F766A4A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93564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35</TotalTime>
  <Words>390</Words>
  <Application>Microsoft Macintosh PowerPoint</Application>
  <PresentationFormat>Widescreen</PresentationFormat>
  <Paragraphs>33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Calibri</vt:lpstr>
      <vt:lpstr>Franklin Gothic Book</vt:lpstr>
      <vt:lpstr>Crop</vt:lpstr>
      <vt:lpstr>חוזה קבוצתי</vt:lpstr>
      <vt:lpstr>למה אנחנו צריכים לחדש את החוזה הקבוצתי?</vt:lpstr>
      <vt:lpstr>PowerPoint Presentation</vt:lpstr>
      <vt:lpstr>השנה נעשה את החוזה באמצעות משחק</vt:lpstr>
      <vt:lpstr>שלב א׳</vt:lpstr>
      <vt:lpstr>שלב ב׳</vt:lpstr>
      <vt:lpstr>דיון</vt:lpstr>
      <vt:lpstr>אלו הערכים שלדעתכם, חשובים לקבוצה שלנו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חוזה קבוצתי</dc:title>
  <dc:creator>Ziv זיו יוסף</dc:creator>
  <cp:lastModifiedBy>Ziv זיו יוסף</cp:lastModifiedBy>
  <cp:revision>2</cp:revision>
  <dcterms:created xsi:type="dcterms:W3CDTF">2023-11-08T08:55:20Z</dcterms:created>
  <dcterms:modified xsi:type="dcterms:W3CDTF">2023-11-08T09:30:41Z</dcterms:modified>
</cp:coreProperties>
</file>